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本寺小路ガイドの運用構成を説明する資料です。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822960"/>
            <a:ext cx="3108960" cy="3108960"/>
          </a:xfrm>
          <a:prstGeom prst="ellipse">
            <a:avLst/>
          </a:prstGeom>
          <a:solidFill>
            <a:srgbClr val="F2B544">
              <a:alpha val="12000"/>
            </a:srgbClr>
          </a:solidFill>
          <a:ln w="12700">
            <a:solidFill>
              <a:srgbClr val="14110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本寺小路ガイド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AIエージェントによる地域メディアの自動運用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新潟県三条市の飲み屋街を、記録しつづけるための仕組み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84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honjikoji.jp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プロジェクト概要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個人が運営する、地域密着のポータルメディア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対象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8470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新潟県三条市の飲み屋街「本寺小路」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072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8072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非公式のファンサイト（実在店舗を紹介）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6732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7673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/ Tailwind CSS / Cloudflare Pages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7274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運営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47274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個人1名。取材・執筆の大半を自動化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1828800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2B2320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掲載している情報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56032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店舗の営業状況をリアルタイム表示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ジャンル・予算・席タイプで絞り込み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路地の見取り図から店を探す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街の歴史とコラム「本寺小路夜話」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毎日引けるおみくじ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地域メディアは、なぜ続かないのか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更新が止まった瞬間から、誰にも読まれなくなる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C8412F"/>
          </a:solidFill>
          <a:ln w="12700">
            <a:solidFill>
              <a:srgbClr val="C841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取材と執筆に時間がかかる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1軒あたり数時間。本業の片手間では回らない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331720"/>
            <a:ext cx="457200" cy="457200"/>
          </a:xfrm>
          <a:prstGeom prst="ellipse">
            <a:avLst/>
          </a:prstGeom>
          <a:solidFill>
            <a:srgbClr val="C8412F"/>
          </a:solidFill>
          <a:ln w="12700">
            <a:solidFill>
              <a:srgbClr val="C84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止まると検索に載らない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更新頻度が落ちると流入も落ちる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331720"/>
            <a:ext cx="457200" cy="457200"/>
          </a:xfrm>
          <a:prstGeom prst="ellipse">
            <a:avLst/>
          </a:prstGeom>
          <a:solidFill>
            <a:srgbClr val="C8412F"/>
          </a:solidFill>
          <a:ln w="12700">
            <a:solidFill>
              <a:srgbClr val="C841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誤情報のリスク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886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閉店した店を載せ続ければ信頼を失う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だから、更新そのものを仕組みにした。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全体の流れ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記事の生成から公開まで、人の操作を介さずに完結する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定期実行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曜日と時刻を決めて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自動で起動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26080" y="21945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37744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エージェント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調査・執筆・検証を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3段階で処理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212080" y="21945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37744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原稿を保存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記事ファイルとして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自動で保存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98080" y="21945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237744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サイト構築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全ページを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静的に再生成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784080" y="219456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237744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212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999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公開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本番サイトへ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B2320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983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記事が1本増えるたびに、一覧・地図・営業状況・SNS用画像・構造化データまで自動で追随する。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記事は、3人がかりで書いている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1つのAIに任せず、役割を分けることで事実性を担保する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475488" cy="47548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調査役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Web検索と連携し、実在する店やイベントの事実だけを集める。見つからなければ「無し」と返す。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286000"/>
            <a:ext cx="475488" cy="475488"/>
          </a:xfrm>
          <a:prstGeom prst="ellipse">
            <a:avLst/>
          </a:prstGeom>
          <a:solidFill>
            <a:srgbClr val="D8CBB8"/>
          </a:solidFill>
          <a:ln w="12700">
            <a:solidFill>
              <a:srgbClr val="D8CB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執筆役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926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3375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検索機能を持たない。調査役が集めた事実だけを材料に文章を書く。自分の知識を混ぜられない。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286000"/>
            <a:ext cx="475488" cy="475488"/>
          </a:xfrm>
          <a:prstGeom prst="ellipse">
            <a:avLst/>
          </a:prstGeom>
          <a:solidFill>
            <a:srgbClr val="C8412F"/>
          </a:solidFill>
          <a:ln w="12700">
            <a:solidFill>
              <a:srgbClr val="C841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検査役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926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3375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AIを使わない。文字数・日付・形式・段落構成を機械的に検査する。判定がぶれない。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この分業そのものが、誤情報を防ぐ設計になっている。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「知らないことは書かない」を、仕組みで守る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AIが最も苦手な、もっともらしい嘘への対策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03704"/>
            <a:ext cx="329184" cy="32918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96596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執筆役に検索させない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6596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調べた事実の外側を書けなくする。AIが記憶から補う余地を、構造的に断つ。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55264"/>
            <a:ext cx="329184" cy="32918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301752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検査役にAIを使わない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01752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検査までAIに任せると、同じ誤りを見逃す。ここは機械的な照合に徹する。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306824"/>
            <a:ext cx="329184" cy="32918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4069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曖昧なら、載せない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06908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営業時間が読み取れなければ空欄にする。誤った「営業中」を出すより安全。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58384"/>
            <a:ext cx="329184" cy="32918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512064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人の情報は書かせない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512064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口コミ・評判・個人に関する記述は生成対象から外している。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4種類の自動処理が、曜日ごとに動く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それぞれ独立して走り、失敗しても他に影響しない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店舗記事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火・金 8:00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未掲載の店を探し、紹介記事を書いて公開する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お知らせ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37260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月・水・金 7:00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7432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街のイベントや新店の情報を記事にする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コラム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日曜 17:00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617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読み物「本寺小路夜話」を4分類で書き分ける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動画の照合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月曜 8:00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617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YouTubeの取材動画と掲載店を自動で紐づける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760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B2320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8704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記事が公開されると、お知らせ記事・SNS用画像・検索用データも連動して自動生成される。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どこまで任せ、どこから人が判断するか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自動化の範囲を決めることが、この仕組みの設計そのもの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AIに任せている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店舗やイベントの探索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記事の執筆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形式と構成の検査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画像の生成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公開までの一連の処理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人が判断する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83464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掲載してよい店かどうか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事実関係の最終確認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サイトの世界観と文体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掲載店からの連絡対応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何を自動化しないかの判断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自動化の目的は、人の手を減らすことではなく、人が判断すべきことに時間を使うこと。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できるようになったこと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週5本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76148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自動で生成される記事・コラムの本数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3段階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76148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1本の記事が通る検査の工程数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1A17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4964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0円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76148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記事1本あたりの外注費用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2B2320"/>
          </a:solidFill>
          <a:ln w="12700">
            <a:solidFill>
              <a:srgbClr val="2B23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この先に考えていること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526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掲載店を20軒以上へ拡大（取材済みの候補は抽出済み）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取材動画を活かした、ネットに載っていない情報の記録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同じ仕組みを、他の地域・他の業種へ展開する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honjikoji.jp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2026-08-29T05:56:05Z</dcterms:created>
  <dcterms:modified xsi:type="dcterms:W3CDTF">2026-08-29T05:56:05Z</dcterms:modified>
</cp:coreProperties>
</file>